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0"/>
  </p:notesMasterIdLst>
  <p:sldIdLst>
    <p:sldId id="259" r:id="rId6"/>
    <p:sldId id="291" r:id="rId7"/>
    <p:sldId id="297" r:id="rId8"/>
    <p:sldId id="298" r:id="rId9"/>
    <p:sldId id="299" r:id="rId10"/>
    <p:sldId id="300" r:id="rId11"/>
    <p:sldId id="301" r:id="rId12"/>
    <p:sldId id="296" r:id="rId13"/>
    <p:sldId id="302" r:id="rId14"/>
    <p:sldId id="304" r:id="rId15"/>
    <p:sldId id="293" r:id="rId16"/>
    <p:sldId id="294" r:id="rId17"/>
    <p:sldId id="303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/>
  </p:normalViewPr>
  <p:slideViewPr>
    <p:cSldViewPr snapToGrid="0" snapToObjects="1">
      <p:cViewPr varScale="1">
        <p:scale>
          <a:sx n="55" d="100"/>
          <a:sy n="55" d="100"/>
        </p:scale>
        <p:origin x="10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ML on the Edge: Vipin Kizheppatt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Documents and Settings\Jennifer Lockhart\Desktop\Picture2 copy.jpg"/>
          <p:cNvPicPr>
            <a:picLocks noChangeArrowheads="1"/>
          </p:cNvPicPr>
          <p:nvPr userDrawn="1"/>
        </p:nvPicPr>
        <p:blipFill>
          <a:blip r:embed="rId2"/>
          <a:srcRect t="24879"/>
          <a:stretch>
            <a:fillRect/>
          </a:stretch>
        </p:blipFill>
        <p:spPr bwMode="auto">
          <a:xfrm>
            <a:off x="-7942" y="0"/>
            <a:ext cx="12199945" cy="6876288"/>
          </a:xfrm>
          <a:prstGeom prst="rect">
            <a:avLst/>
          </a:prstGeom>
          <a:noFill/>
        </p:spPr>
      </p:pic>
      <p:sp>
        <p:nvSpPr>
          <p:cNvPr id="1946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034" y="5535507"/>
            <a:ext cx="6629400" cy="6762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None/>
              <a:defRPr 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46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67228" y="3660670"/>
            <a:ext cx="7101684" cy="11144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All_Programmable_Lock_up.jpg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9151" y="1068534"/>
            <a:ext cx="4341452" cy="1307592"/>
          </a:xfrm>
          <a:prstGeom prst="rect">
            <a:avLst/>
          </a:prstGeom>
        </p:spPr>
      </p:pic>
      <p:sp>
        <p:nvSpPr>
          <p:cNvPr id="9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  <p:sp>
        <p:nvSpPr>
          <p:cNvPr id="7" name="Rectangle 11"/>
          <p:cNvSpPr txBox="1">
            <a:spLocks noGrp="1" noChangeArrowheads="1"/>
          </p:cNvSpPr>
          <p:nvPr userDrawn="1"/>
        </p:nvSpPr>
        <p:spPr bwMode="auto">
          <a:xfrm>
            <a:off x="325537" y="6621484"/>
            <a:ext cx="4441394" cy="230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000" dirty="0">
                <a:solidFill>
                  <a:schemeClr val="bg2"/>
                </a:solidFill>
                <a:latin typeface="+mj-lt"/>
              </a:rPr>
              <a:t>This material exempt per Department of Commerce license exception TSU </a:t>
            </a:r>
          </a:p>
        </p:txBody>
      </p:sp>
    </p:spTree>
    <p:extLst>
      <p:ext uri="{BB962C8B-B14F-4D97-AF65-F5344CB8AC3E}">
        <p14:creationId xmlns:p14="http://schemas.microsoft.com/office/powerpoint/2010/main" val="72315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8195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4"/>
            <a:ext cx="1734160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209550"/>
            <a:ext cx="10972801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2699468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1" y="0"/>
            <a:ext cx="12192000" cy="1238250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solidFill>
                <a:srgbClr val="000000"/>
              </a:solidFill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" y="21"/>
            <a:ext cx="12192000" cy="200025"/>
            <a:chOff x="0" y="-1"/>
            <a:chExt cx="9144000" cy="200025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0" y="-1"/>
              <a:ext cx="9144000" cy="200025"/>
            </a:xfrm>
            <a:prstGeom prst="rect">
              <a:avLst/>
            </a:prstGeom>
            <a:solidFill>
              <a:schemeClr val="bg2"/>
            </a:solidFill>
            <a:ln w="762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solidFill>
                  <a:srgbClr val="000000"/>
                </a:solidFill>
              </a:endParaRPr>
            </a:p>
          </p:txBody>
        </p:sp>
        <p:pic>
          <p:nvPicPr>
            <p:cNvPr id="11" name="Picture 17" descr="Red Header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invGray">
            <a:xfrm>
              <a:off x="7658100" y="0"/>
              <a:ext cx="1485900" cy="194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209550"/>
            <a:ext cx="10972801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4"/>
            <a:ext cx="1814192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1209850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0800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634" y="1600206"/>
            <a:ext cx="5136816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2000" b="1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8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13" y="6577014"/>
            <a:ext cx="1962820" cy="28098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99D29FBF-A473-46DA-BC14-675AC1C8F9A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3777331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13" y="6577014"/>
            <a:ext cx="1871356" cy="28098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48005198-8FB0-4BE5-A5FF-99FA6973717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226677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" y="21"/>
            <a:ext cx="12192000" cy="200025"/>
            <a:chOff x="0" y="-1"/>
            <a:chExt cx="9144000" cy="200025"/>
          </a:xfrm>
        </p:grpSpPr>
        <p:sp>
          <p:nvSpPr>
            <p:cNvPr id="14" name="Rectangle 13"/>
            <p:cNvSpPr/>
            <p:nvPr userDrawn="1"/>
          </p:nvSpPr>
          <p:spPr bwMode="auto">
            <a:xfrm>
              <a:off x="0" y="-1"/>
              <a:ext cx="9144000" cy="200025"/>
            </a:xfrm>
            <a:prstGeom prst="rect">
              <a:avLst/>
            </a:prstGeom>
            <a:solidFill>
              <a:schemeClr val="bg2"/>
            </a:solidFill>
            <a:ln w="762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solidFill>
                  <a:srgbClr val="000000"/>
                </a:solidFill>
              </a:endParaRPr>
            </a:p>
          </p:txBody>
        </p:sp>
        <p:pic>
          <p:nvPicPr>
            <p:cNvPr id="15" name="Picture 17" descr="Red Header"/>
            <p:cNvPicPr>
              <a:picLocks noChangeArrowheads="1"/>
            </p:cNvPicPr>
            <p:nvPr userDrawn="1"/>
          </p:nvPicPr>
          <p:blipFill>
            <a:blip r:embed="rId7" cstate="print"/>
            <a:srcRect/>
            <a:stretch>
              <a:fillRect/>
            </a:stretch>
          </p:blipFill>
          <p:spPr bwMode="invGray">
            <a:xfrm>
              <a:off x="8043576" y="0"/>
              <a:ext cx="1100424" cy="194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09550"/>
            <a:ext cx="109728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67405" cy="42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09613" y="6580394"/>
            <a:ext cx="1768460" cy="27762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225" y="6623998"/>
            <a:ext cx="3109769" cy="157267"/>
          </a:xfrm>
          <a:prstGeom prst="rect">
            <a:avLst/>
          </a:prstGeom>
        </p:spPr>
      </p:pic>
      <p:sp>
        <p:nvSpPr>
          <p:cNvPr id="1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54196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2800" b="1" dirty="0" smtClean="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SzPct val="88000"/>
        <a:buFont typeface="Wingdings" pitchFamily="2" charset="2"/>
        <a:buBlip>
          <a:blip r:embed="rId9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663" indent="-169863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165814A-5271-4039-9F12-014787DA9E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26082" y="4755528"/>
            <a:ext cx="4938397" cy="120808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Vipin Kizheppatt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10600388" cy="2130561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>
                <a:latin typeface="Segoe UI" panose="020B0502040204020203" pitchFamily="34" charset="0"/>
                <a:cs typeface="Segoe UI" panose="020B0502040204020203" pitchFamily="34" charset="0"/>
              </a:rPr>
              <a:t>EEE G626 </a:t>
            </a:r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Project Details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91C9BA-35ED-8962-D346-3AE90054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D513523-DD63-80E7-D3A1-250BE86F2755}"/>
              </a:ext>
            </a:extLst>
          </p:cNvPr>
          <p:cNvSpPr txBox="1">
            <a:spLocks/>
          </p:cNvSpPr>
          <p:nvPr/>
        </p:nvSpPr>
        <p:spPr>
          <a:xfrm>
            <a:off x="273027" y="1356028"/>
            <a:ext cx="11645946" cy="4396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Project can be done either as an individual or as a team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doing as a team, maximum 3 members in a team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Individual performance will be evaluated during viva and individual grades will be assigned based on that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E030-42BC-E2FA-8CBA-26459F68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3BF7-C3D6-E8A0-33C6-605E504E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>
                <a:latin typeface="Helvetica" panose="020B0604020202020204" pitchFamily="34" charset="0"/>
                <a:cs typeface="Helvetica" panose="020B0604020202020204" pitchFamily="34" charset="0"/>
              </a:rPr>
              <a:t>Project Objective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EDEB79F-D69D-48E3-7676-686D14F00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AFB0B968-F2C6-3EF6-CDC7-CCE5009E876F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25748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a distance measurement equipment (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DME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 for aircraft and its testing equipment</a:t>
            </a: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1D450-02EB-2D8B-5728-D29C2E221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13" y="2304509"/>
            <a:ext cx="6605286" cy="440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4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18A8-0CEC-A96F-B235-3DFE6CE0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4207-11C6-9C24-3BAA-5F91F07B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DME Pulse Generation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C5C9C0-BF37-1747-FD9E-74257EEB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B2C6127-7935-1E17-9363-1C0CAB76E047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25748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DME equipment generates pulses (rather pulse pairs) of precise timing specification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timing specifies the width of the pulse, delay between pulses in a pair and delay between pulse pairs (pulse rate)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pulse pair rate will be about 25-30 pulse pairs/second</a:t>
            </a: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3561BA-FEC1-4383-5B2C-91A7F003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988" y="3935744"/>
            <a:ext cx="7307484" cy="29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6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4FE4-E28A-C3D9-67BA-BCDEDEC6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411B-0DAE-886D-30C2-37C1851F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DME Pulse Generation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54276F-8416-077D-AD32-2BF526077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E555483-46CB-9A8E-56B7-69329FFCA129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25748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pulses are then modulated using RF signal (960 – 1215 MHz)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frequency of the RF signal depends on particular target airport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modulated pulses are transmitted with an antenna</a:t>
            </a: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46F029-F105-4E34-4E5E-92BCD6F4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324" y="2945210"/>
            <a:ext cx="7855352" cy="392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1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F821-A695-852A-9A3A-36AE9667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395B-0105-C07F-EDD5-48FBFDF3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DME Pulse Generation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1C8A93-A98F-99D3-4A25-086FA920A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D0DB3B6-76D9-B4EE-162A-1BD9C05783AC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25748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When the ground station receives the pulse pair, it adds a fixed delay (50us)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Modulates the pulse pair with a different frequency (the interrogation and reply frequency pairs are pre-defined) and sends back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DME calculates the time between pulse pair transmission and reception, subtracts 50us from it and calculates the distance to ground station</a:t>
            </a: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30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20DB-CBEF-47F2-EF08-D8368606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232F-7AB7-D8CC-F910-3C815B87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Challenges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7F01405-5E6A-314F-7662-17C86B05A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7889375-0CE6-BDA3-A79E-CB1615709526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25748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There are multiple aircrafts sending the pulse pairs simultaneously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can corrupt the pulses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Aircraft need to identify whether a received pulse pair corresponds to its transmitted pair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Ground station may ignore pulse pairs when too many aircrafts interrogates (reply efficiency)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 keep </a:t>
            </a:r>
            <a:r>
              <a:rPr lang="en-US" sz="2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constant reply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rate, the ground station keeps sending arbitrary pulse pairs called squitters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Again aircraft need to ignore them</a:t>
            </a: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/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85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841B-D130-B1D5-3688-2AEDC2ED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83F6-407B-0CF6-5986-41E2C9B1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Project Deliverables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7EB3553-15F4-FE37-2731-6A6CCA139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DC9FCA5-B917-521F-D642-75A5708B50A5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45946" cy="52130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and implement pulse pair generator IP. </a:t>
            </a:r>
            <a:r>
              <a:rPr lang="en-US" sz="28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Keep pulse width as 50u, inter pulse delay 350us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pulse width and inter-pulse delay may remain constant, but pulse rate should be configurable from software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Modulate the pulse pairs using an internal carrier at </a:t>
            </a:r>
            <a:r>
              <a:rPr lang="en-US" sz="28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 MHz (Check DDS IP)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Interface an DAC (through the PMOD connector) and convert the signals to analog and observe on the oscilloscope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Loop back DAC output through an ADC, and feed back to the FPGA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Demodulate the received pulses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Identify valid pulse pairs (through software or hardware)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8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18FF-9188-499D-358D-D2AF2022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64E3-A18D-BE56-6A66-EB9A0B9C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Project Deliverables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5F33686-C5BE-B39A-175E-073E4DBC9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00FE81F-7E7D-9973-9AA2-16CF546AB24F}"/>
              </a:ext>
            </a:extLst>
          </p:cNvPr>
          <p:cNvSpPr txBox="1">
            <a:spLocks/>
          </p:cNvSpPr>
          <p:nvPr/>
        </p:nvSpPr>
        <p:spPr>
          <a:xfrm>
            <a:off x="273027" y="1356027"/>
            <a:ext cx="11645946" cy="5213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Correlate transmitted pulse pairs with received pulse pairs (You may need software support to do this)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Calculate the distance to ground station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a DME test equipment with the following features</a:t>
            </a:r>
          </a:p>
          <a:p>
            <a:pPr marL="800095" lvl="1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Configurable reply efficiency from 40% to 100%</a:t>
            </a:r>
          </a:p>
          <a:p>
            <a:pPr marL="800095" lvl="1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When replying should add 50us delay to pulse pairs</a:t>
            </a:r>
          </a:p>
          <a:p>
            <a:pPr marL="800095" lvl="1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Configurable pulse rate with squitter enable disable option</a:t>
            </a:r>
          </a:p>
          <a:p>
            <a:pPr marL="800095" lvl="1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 the distance to aircraft from 10NM to 200NM</a:t>
            </a:r>
          </a:p>
          <a:p>
            <a:pPr marL="800095" lvl="1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 the aircraft flying towards or away from the ground station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4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6BEB-9246-A731-58AF-643280AC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79CF-360A-4C3A-DD82-7F35E686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>
                <a:latin typeface="Helvetica" panose="020B0604020202020204" pitchFamily="34" charset="0"/>
                <a:cs typeface="Helvetica" panose="020B0604020202020204" pitchFamily="34" charset="0"/>
              </a:rPr>
              <a:t>System </a:t>
            </a:r>
            <a:r>
              <a:rPr lang="en-US" sz="2800" b="1">
                <a:latin typeface="Helvetica" panose="020B0604020202020204" pitchFamily="34" charset="0"/>
                <a:cs typeface="Helvetica" panose="020B0604020202020204" pitchFamily="34" charset="0"/>
              </a:rPr>
              <a:t>Architecture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CFB3A0-6C11-8E72-B29E-26DE4674F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8719BB-E7B4-E05C-859E-95411006B8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901" y="1462174"/>
            <a:ext cx="4825998" cy="459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1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Evaluation Metrics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91C9BA-35ED-8962-D346-3AE90054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D513523-DD63-80E7-D3A1-250BE86F2755}"/>
              </a:ext>
            </a:extLst>
          </p:cNvPr>
          <p:cNvSpPr txBox="1">
            <a:spLocks/>
          </p:cNvSpPr>
          <p:nvPr/>
        </p:nvSpPr>
        <p:spPr>
          <a:xfrm>
            <a:off x="273027" y="1356028"/>
            <a:ext cx="11645946" cy="4396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Correctness of the output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Features supported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Flexibility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061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What to submit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91C9BA-35ED-8962-D346-3AE90054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D513523-DD63-80E7-D3A1-250BE86F2755}"/>
              </a:ext>
            </a:extLst>
          </p:cNvPr>
          <p:cNvSpPr txBox="1">
            <a:spLocks/>
          </p:cNvSpPr>
          <p:nvPr/>
        </p:nvSpPr>
        <p:spPr>
          <a:xfrm>
            <a:off x="273027" y="1356028"/>
            <a:ext cx="11645946" cy="4396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IP package along with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Vivado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project for the complete project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Driver for the IPs and C main source code</a:t>
            </a:r>
          </a:p>
          <a:p>
            <a:pPr marL="342900" indent="-342900"/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report explaining the architecture of your IP, algorithm used, performance (resource utilization, throughput, Fmax etc.)</a:t>
            </a:r>
          </a:p>
        </p:txBody>
      </p:sp>
    </p:spTree>
    <p:extLst>
      <p:ext uri="{BB962C8B-B14F-4D97-AF65-F5344CB8AC3E}">
        <p14:creationId xmlns:p14="http://schemas.microsoft.com/office/powerpoint/2010/main" val="3639720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BC2F-D8D9-76EC-0AA4-75D9E7CD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0948-764C-78E5-8559-5F29120A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Milestones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88AFB62-CCE8-39B8-24B9-BAA2130A6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C8751E-31D9-FE47-98A6-AC04E2814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32724"/>
              </p:ext>
            </p:extLst>
          </p:nvPr>
        </p:nvGraphicFramePr>
        <p:xfrm>
          <a:off x="1215342" y="2243784"/>
          <a:ext cx="10433184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802">
                  <a:extLst>
                    <a:ext uri="{9D8B030D-6E8A-4147-A177-3AD203B41FA5}">
                      <a16:colId xmlns:a16="http://schemas.microsoft.com/office/drawing/2014/main" val="3776036243"/>
                    </a:ext>
                  </a:extLst>
                </a:gridCol>
                <a:gridCol w="6231878">
                  <a:extLst>
                    <a:ext uri="{9D8B030D-6E8A-4147-A177-3AD203B41FA5}">
                      <a16:colId xmlns:a16="http://schemas.microsoft.com/office/drawing/2014/main" val="501483887"/>
                    </a:ext>
                  </a:extLst>
                </a:gridCol>
                <a:gridCol w="3379504">
                  <a:extLst>
                    <a:ext uri="{9D8B030D-6E8A-4147-A177-3AD203B41FA5}">
                      <a16:colId xmlns:a16="http://schemas.microsoft.com/office/drawing/2014/main" val="3407046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73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Pulse pair generator with Driver and modulator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Sept 20-26 week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78"/>
                  </a:ext>
                </a:extLst>
              </a:tr>
              <a:tr h="35962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Pulse demodulator and detector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Oct 12-16 week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596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391" rtl="0" eaLnBrk="1" latinLnBrk="0" hangingPunct="1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Ground station with at least delay and distance model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Oct 19-23 week</a:t>
                      </a:r>
                      <a:endParaRPr lang="en-IN" b="1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88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ADC and DAC interfacing with loop back testing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Nov 2 – 6 Week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860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Final Demo and evaluation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 16 – 20 Week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22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5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44DEE-642B-BF85-541C-C5337982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428E99-0738-B463-DA6B-5A05F9F29FC0}"/>
              </a:ext>
            </a:extLst>
          </p:cNvPr>
          <p:cNvGrpSpPr/>
          <p:nvPr/>
        </p:nvGrpSpPr>
        <p:grpSpPr>
          <a:xfrm>
            <a:off x="2541282" y="305752"/>
            <a:ext cx="6875674" cy="6384638"/>
            <a:chOff x="3277000" y="988927"/>
            <a:chExt cx="5404237" cy="501828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25DA5B-445C-8CBE-738D-D2E7FEEB6654}"/>
                </a:ext>
              </a:extLst>
            </p:cNvPr>
            <p:cNvSpPr/>
            <p:nvPr/>
          </p:nvSpPr>
          <p:spPr>
            <a:xfrm>
              <a:off x="4154474" y="1033249"/>
              <a:ext cx="4335807" cy="4788773"/>
            </a:xfrm>
            <a:custGeom>
              <a:avLst/>
              <a:gdLst>
                <a:gd name="connsiteX0" fmla="*/ 1941526 w 4335807"/>
                <a:gd name="connsiteY0" fmla="*/ 0 h 4788773"/>
                <a:gd name="connsiteX1" fmla="*/ 89054 w 4335807"/>
                <a:gd name="connsiteY1" fmla="*/ 880136 h 4788773"/>
                <a:gd name="connsiteX2" fmla="*/ 151973 w 4335807"/>
                <a:gd name="connsiteY2" fmla="*/ 880136 h 4788773"/>
                <a:gd name="connsiteX3" fmla="*/ 3460069 w 4335807"/>
                <a:gd name="connsiteY3" fmla="*/ 603262 h 4788773"/>
                <a:gd name="connsiteX4" fmla="*/ 3736935 w 4335807"/>
                <a:gd name="connsiteY4" fmla="*/ 3911341 h 4788773"/>
                <a:gd name="connsiteX5" fmla="*/ 428847 w 4335807"/>
                <a:gd name="connsiteY5" fmla="*/ 4188232 h 4788773"/>
                <a:gd name="connsiteX6" fmla="*/ 60257 w 4335807"/>
                <a:gd name="connsiteY6" fmla="*/ 3795692 h 4788773"/>
                <a:gd name="connsiteX7" fmla="*/ 0 w 4335807"/>
                <a:gd name="connsiteY7" fmla="*/ 3795692 h 4788773"/>
                <a:gd name="connsiteX8" fmla="*/ 3342725 w 4335807"/>
                <a:gd name="connsiteY8" fmla="*/ 4335631 h 4788773"/>
                <a:gd name="connsiteX9" fmla="*/ 3882665 w 4335807"/>
                <a:gd name="connsiteY9" fmla="*/ 992905 h 4788773"/>
                <a:gd name="connsiteX10" fmla="*/ 1941526 w 4335807"/>
                <a:gd name="connsiteY10" fmla="*/ 0 h 478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35807" h="4788773">
                  <a:moveTo>
                    <a:pt x="1941526" y="0"/>
                  </a:moveTo>
                  <a:cubicBezTo>
                    <a:pt x="1223164" y="157"/>
                    <a:pt x="542950" y="323337"/>
                    <a:pt x="89054" y="880136"/>
                  </a:cubicBezTo>
                  <a:lnTo>
                    <a:pt x="151973" y="880136"/>
                  </a:lnTo>
                  <a:cubicBezTo>
                    <a:pt x="989009" y="-109825"/>
                    <a:pt x="2470091" y="-233787"/>
                    <a:pt x="3460069" y="603262"/>
                  </a:cubicBezTo>
                  <a:cubicBezTo>
                    <a:pt x="4450022" y="1440306"/>
                    <a:pt x="4573996" y="2921388"/>
                    <a:pt x="3736935" y="3911341"/>
                  </a:cubicBezTo>
                  <a:cubicBezTo>
                    <a:pt x="2899899" y="4901318"/>
                    <a:pt x="1418817" y="5025269"/>
                    <a:pt x="428847" y="4188232"/>
                  </a:cubicBezTo>
                  <a:cubicBezTo>
                    <a:pt x="291333" y="4071953"/>
                    <a:pt x="167656" y="3940235"/>
                    <a:pt x="60257" y="3795692"/>
                  </a:cubicBezTo>
                  <a:lnTo>
                    <a:pt x="0" y="3795692"/>
                  </a:lnTo>
                  <a:cubicBezTo>
                    <a:pt x="773968" y="4867851"/>
                    <a:pt x="2270567" y="5109603"/>
                    <a:pt x="3342725" y="4335631"/>
                  </a:cubicBezTo>
                  <a:cubicBezTo>
                    <a:pt x="4414884" y="3561658"/>
                    <a:pt x="4656637" y="2065065"/>
                    <a:pt x="3882665" y="992905"/>
                  </a:cubicBezTo>
                  <a:cubicBezTo>
                    <a:pt x="3432602" y="369434"/>
                    <a:pt x="2710465" y="63"/>
                    <a:pt x="1941526" y="0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F6C70F8-D296-0047-74BE-C9B632202D36}"/>
                </a:ext>
              </a:extLst>
            </p:cNvPr>
            <p:cNvSpPr/>
            <p:nvPr/>
          </p:nvSpPr>
          <p:spPr>
            <a:xfrm>
              <a:off x="3511009" y="988927"/>
              <a:ext cx="5170228" cy="5018287"/>
            </a:xfrm>
            <a:custGeom>
              <a:avLst/>
              <a:gdLst>
                <a:gd name="connsiteX0" fmla="*/ 2401074 w 5170228"/>
                <a:gd name="connsiteY0" fmla="*/ 5018288 h 5018287"/>
                <a:gd name="connsiteX1" fmla="*/ 2399381 w 5170228"/>
                <a:gd name="connsiteY1" fmla="*/ 5018288 h 5018287"/>
                <a:gd name="connsiteX2" fmla="*/ 2394541 w 5170228"/>
                <a:gd name="connsiteY2" fmla="*/ 5018288 h 5018287"/>
                <a:gd name="connsiteX3" fmla="*/ 898286 w 5170228"/>
                <a:gd name="connsiteY3" fmla="*/ 4398781 h 5018287"/>
                <a:gd name="connsiteX4" fmla="*/ 892795 w 5170228"/>
                <a:gd name="connsiteY4" fmla="*/ 4364998 h 5018287"/>
                <a:gd name="connsiteX5" fmla="*/ 926575 w 5170228"/>
                <a:gd name="connsiteY5" fmla="*/ 4359505 h 5018287"/>
                <a:gd name="connsiteX6" fmla="*/ 929745 w 5170228"/>
                <a:gd name="connsiteY6" fmla="*/ 4362239 h 5018287"/>
                <a:gd name="connsiteX7" fmla="*/ 2398171 w 5170228"/>
                <a:gd name="connsiteY7" fmla="*/ 4969647 h 5018287"/>
                <a:gd name="connsiteX8" fmla="*/ 2403010 w 5170228"/>
                <a:gd name="connsiteY8" fmla="*/ 4969647 h 5018287"/>
                <a:gd name="connsiteX9" fmla="*/ 2426242 w 5170228"/>
                <a:gd name="connsiteY9" fmla="*/ 4994815 h 5018287"/>
                <a:gd name="connsiteX10" fmla="*/ 2401074 w 5170228"/>
                <a:gd name="connsiteY10" fmla="*/ 5018046 h 5018287"/>
                <a:gd name="connsiteX11" fmla="*/ 3322834 w 5170228"/>
                <a:gd name="connsiteY11" fmla="*/ 4916892 h 5018287"/>
                <a:gd name="connsiteX12" fmla="*/ 3298634 w 5170228"/>
                <a:gd name="connsiteY12" fmla="*/ 4899710 h 5018287"/>
                <a:gd name="connsiteX13" fmla="*/ 3314848 w 5170228"/>
                <a:gd name="connsiteY13" fmla="*/ 4869703 h 5018287"/>
                <a:gd name="connsiteX14" fmla="*/ 4133759 w 5170228"/>
                <a:gd name="connsiteY14" fmla="*/ 4448632 h 5018287"/>
                <a:gd name="connsiteX15" fmla="*/ 4167372 w 5170228"/>
                <a:gd name="connsiteY15" fmla="*/ 4455069 h 5018287"/>
                <a:gd name="connsiteX16" fmla="*/ 4163282 w 5170228"/>
                <a:gd name="connsiteY16" fmla="*/ 4486867 h 5018287"/>
                <a:gd name="connsiteX17" fmla="*/ 3330819 w 5170228"/>
                <a:gd name="connsiteY17" fmla="*/ 4914956 h 5018287"/>
                <a:gd name="connsiteX18" fmla="*/ 3322834 w 5170228"/>
                <a:gd name="connsiteY18" fmla="*/ 4916892 h 5018287"/>
                <a:gd name="connsiteX19" fmla="*/ 5101739 w 5170228"/>
                <a:gd name="connsiteY19" fmla="*/ 2938341 h 5018287"/>
                <a:gd name="connsiteX20" fmla="*/ 5097383 w 5170228"/>
                <a:gd name="connsiteY20" fmla="*/ 2938341 h 5018287"/>
                <a:gd name="connsiteX21" fmla="*/ 5077999 w 5170228"/>
                <a:gd name="connsiteY21" fmla="*/ 2910124 h 5018287"/>
                <a:gd name="connsiteX22" fmla="*/ 5078023 w 5170228"/>
                <a:gd name="connsiteY22" fmla="*/ 2910027 h 5018287"/>
                <a:gd name="connsiteX23" fmla="*/ 5114806 w 5170228"/>
                <a:gd name="connsiteY23" fmla="*/ 2627377 h 5018287"/>
                <a:gd name="connsiteX24" fmla="*/ 5121824 w 5170228"/>
                <a:gd name="connsiteY24" fmla="*/ 2437895 h 5018287"/>
                <a:gd name="connsiteX25" fmla="*/ 4868456 w 5170228"/>
                <a:gd name="connsiteY25" fmla="*/ 1334882 h 5018287"/>
                <a:gd name="connsiteX26" fmla="*/ 4879588 w 5170228"/>
                <a:gd name="connsiteY26" fmla="*/ 1302455 h 5018287"/>
                <a:gd name="connsiteX27" fmla="*/ 4912015 w 5170228"/>
                <a:gd name="connsiteY27" fmla="*/ 1313586 h 5018287"/>
                <a:gd name="connsiteX28" fmla="*/ 5170223 w 5170228"/>
                <a:gd name="connsiteY28" fmla="*/ 2437895 h 5018287"/>
                <a:gd name="connsiteX29" fmla="*/ 5162964 w 5170228"/>
                <a:gd name="connsiteY29" fmla="*/ 2631491 h 5018287"/>
                <a:gd name="connsiteX30" fmla="*/ 5125696 w 5170228"/>
                <a:gd name="connsiteY30" fmla="*/ 2919465 h 5018287"/>
                <a:gd name="connsiteX31" fmla="*/ 5101739 w 5170228"/>
                <a:gd name="connsiteY31" fmla="*/ 2938341 h 5018287"/>
                <a:gd name="connsiteX32" fmla="*/ 46221 w 5170228"/>
                <a:gd name="connsiteY32" fmla="*/ 2800404 h 5018287"/>
                <a:gd name="connsiteX33" fmla="*/ 22022 w 5170228"/>
                <a:gd name="connsiteY33" fmla="*/ 2779350 h 5018287"/>
                <a:gd name="connsiteX34" fmla="*/ 0 w 5170228"/>
                <a:gd name="connsiteY34" fmla="*/ 2442735 h 5018287"/>
                <a:gd name="connsiteX35" fmla="*/ 7260 w 5170228"/>
                <a:gd name="connsiteY35" fmla="*/ 2249139 h 5018287"/>
                <a:gd name="connsiteX36" fmla="*/ 69453 w 5170228"/>
                <a:gd name="connsiteY36" fmla="*/ 1843797 h 5018287"/>
                <a:gd name="connsiteX37" fmla="*/ 97079 w 5170228"/>
                <a:gd name="connsiteY37" fmla="*/ 1823591 h 5018287"/>
                <a:gd name="connsiteX38" fmla="*/ 117278 w 5170228"/>
                <a:gd name="connsiteY38" fmla="*/ 1851227 h 5018287"/>
                <a:gd name="connsiteX39" fmla="*/ 116400 w 5170228"/>
                <a:gd name="connsiteY39" fmla="*/ 1854929 h 5018287"/>
                <a:gd name="connsiteX40" fmla="*/ 55417 w 5170228"/>
                <a:gd name="connsiteY40" fmla="*/ 2252769 h 5018287"/>
                <a:gd name="connsiteX41" fmla="*/ 48399 w 5170228"/>
                <a:gd name="connsiteY41" fmla="*/ 2442251 h 5018287"/>
                <a:gd name="connsiteX42" fmla="*/ 69937 w 5170228"/>
                <a:gd name="connsiteY42" fmla="*/ 2772574 h 5018287"/>
                <a:gd name="connsiteX43" fmla="*/ 49125 w 5170228"/>
                <a:gd name="connsiteY43" fmla="*/ 2799678 h 5018287"/>
                <a:gd name="connsiteX44" fmla="*/ 466324 w 5170228"/>
                <a:gd name="connsiteY44" fmla="*/ 1025370 h 5018287"/>
                <a:gd name="connsiteX45" fmla="*/ 452773 w 5170228"/>
                <a:gd name="connsiteY45" fmla="*/ 1021014 h 5018287"/>
                <a:gd name="connsiteX46" fmla="*/ 446481 w 5170228"/>
                <a:gd name="connsiteY46" fmla="*/ 988103 h 5018287"/>
                <a:gd name="connsiteX47" fmla="*/ 1730506 w 5170228"/>
                <a:gd name="connsiteY47" fmla="*/ 763 h 5018287"/>
                <a:gd name="connsiteX48" fmla="*/ 1759957 w 5170228"/>
                <a:gd name="connsiteY48" fmla="*/ 18197 h 5018287"/>
                <a:gd name="connsiteX49" fmla="*/ 1746478 w 5170228"/>
                <a:gd name="connsiteY49" fmla="*/ 46259 h 5018287"/>
                <a:gd name="connsiteX50" fmla="*/ 486410 w 5170228"/>
                <a:gd name="connsiteY50" fmla="*/ 1014722 h 5018287"/>
                <a:gd name="connsiteX51" fmla="*/ 466324 w 5170228"/>
                <a:gd name="connsiteY51" fmla="*/ 1025370 h 5018287"/>
                <a:gd name="connsiteX52" fmla="*/ 4340906 w 5170228"/>
                <a:gd name="connsiteY52" fmla="*/ 600911 h 5018287"/>
                <a:gd name="connsiteX53" fmla="*/ 4324209 w 5170228"/>
                <a:gd name="connsiteY53" fmla="*/ 594377 h 5018287"/>
                <a:gd name="connsiteX54" fmla="*/ 3552971 w 5170228"/>
                <a:gd name="connsiteY54" fmla="*/ 94899 h 5018287"/>
                <a:gd name="connsiteX55" fmla="*/ 3539879 w 5170228"/>
                <a:gd name="connsiteY55" fmla="*/ 63285 h 5018287"/>
                <a:gd name="connsiteX56" fmla="*/ 3539903 w 5170228"/>
                <a:gd name="connsiteY56" fmla="*/ 63198 h 5018287"/>
                <a:gd name="connsiteX57" fmla="*/ 3571362 w 5170228"/>
                <a:gd name="connsiteY57" fmla="*/ 50130 h 5018287"/>
                <a:gd name="connsiteX58" fmla="*/ 4357604 w 5170228"/>
                <a:gd name="connsiteY58" fmla="*/ 558320 h 5018287"/>
                <a:gd name="connsiteX59" fmla="*/ 4357749 w 5170228"/>
                <a:gd name="connsiteY59" fmla="*/ 592543 h 5018287"/>
                <a:gd name="connsiteX60" fmla="*/ 4357604 w 5170228"/>
                <a:gd name="connsiteY60" fmla="*/ 592683 h 5018287"/>
                <a:gd name="connsiteX61" fmla="*/ 4340906 w 5170228"/>
                <a:gd name="connsiteY61" fmla="*/ 600911 h 501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170228" h="5018287">
                  <a:moveTo>
                    <a:pt x="2401074" y="5018288"/>
                  </a:moveTo>
                  <a:lnTo>
                    <a:pt x="2399381" y="5018288"/>
                  </a:lnTo>
                  <a:lnTo>
                    <a:pt x="2394541" y="5018288"/>
                  </a:lnTo>
                  <a:cubicBezTo>
                    <a:pt x="1841945" y="4978940"/>
                    <a:pt x="1316966" y="4761580"/>
                    <a:pt x="898286" y="4398781"/>
                  </a:cubicBezTo>
                  <a:cubicBezTo>
                    <a:pt x="887442" y="4390964"/>
                    <a:pt x="884983" y="4375840"/>
                    <a:pt x="892795" y="4364998"/>
                  </a:cubicBezTo>
                  <a:cubicBezTo>
                    <a:pt x="900606" y="4354157"/>
                    <a:pt x="915728" y="4351689"/>
                    <a:pt x="926575" y="4359505"/>
                  </a:cubicBezTo>
                  <a:cubicBezTo>
                    <a:pt x="927707" y="4360328"/>
                    <a:pt x="928770" y="4361248"/>
                    <a:pt x="929745" y="4362239"/>
                  </a:cubicBezTo>
                  <a:cubicBezTo>
                    <a:pt x="1340778" y="4717972"/>
                    <a:pt x="1855932" y="4931073"/>
                    <a:pt x="2398171" y="4969647"/>
                  </a:cubicBezTo>
                  <a:lnTo>
                    <a:pt x="2403010" y="4969647"/>
                  </a:lnTo>
                  <a:cubicBezTo>
                    <a:pt x="2416369" y="4970179"/>
                    <a:pt x="2426775" y="4981456"/>
                    <a:pt x="2426242" y="4994815"/>
                  </a:cubicBezTo>
                  <a:cubicBezTo>
                    <a:pt x="2425710" y="5008172"/>
                    <a:pt x="2414433" y="5018578"/>
                    <a:pt x="2401074" y="5018046"/>
                  </a:cubicBezTo>
                  <a:close/>
                  <a:moveTo>
                    <a:pt x="3322834" y="4916892"/>
                  </a:moveTo>
                  <a:cubicBezTo>
                    <a:pt x="3311798" y="4917376"/>
                    <a:pt x="3301828" y="4910286"/>
                    <a:pt x="3298634" y="4899710"/>
                  </a:cubicBezTo>
                  <a:cubicBezTo>
                    <a:pt x="3294883" y="4886957"/>
                    <a:pt x="3302119" y="4873551"/>
                    <a:pt x="3314848" y="4869703"/>
                  </a:cubicBezTo>
                  <a:cubicBezTo>
                    <a:pt x="3611243" y="4780552"/>
                    <a:pt x="3888812" y="4637848"/>
                    <a:pt x="4133759" y="4448632"/>
                  </a:cubicBezTo>
                  <a:cubicBezTo>
                    <a:pt x="4144818" y="4441130"/>
                    <a:pt x="4159870" y="4444010"/>
                    <a:pt x="4167372" y="4455069"/>
                  </a:cubicBezTo>
                  <a:cubicBezTo>
                    <a:pt x="4174220" y="4465184"/>
                    <a:pt x="4172478" y="4478833"/>
                    <a:pt x="4163282" y="4486867"/>
                  </a:cubicBezTo>
                  <a:cubicBezTo>
                    <a:pt x="3914342" y="4679326"/>
                    <a:pt x="3632176" y="4824426"/>
                    <a:pt x="3330819" y="4914956"/>
                  </a:cubicBezTo>
                  <a:cubicBezTo>
                    <a:pt x="3328278" y="4916045"/>
                    <a:pt x="3325592" y="4916698"/>
                    <a:pt x="3322834" y="4916892"/>
                  </a:cubicBezTo>
                  <a:close/>
                  <a:moveTo>
                    <a:pt x="5101739" y="2938341"/>
                  </a:moveTo>
                  <a:lnTo>
                    <a:pt x="5097383" y="2938341"/>
                  </a:lnTo>
                  <a:cubicBezTo>
                    <a:pt x="5084242" y="2935897"/>
                    <a:pt x="5075555" y="2923264"/>
                    <a:pt x="5077999" y="2910124"/>
                  </a:cubicBezTo>
                  <a:cubicBezTo>
                    <a:pt x="5077999" y="2910100"/>
                    <a:pt x="5078023" y="2910052"/>
                    <a:pt x="5078023" y="2910027"/>
                  </a:cubicBezTo>
                  <a:cubicBezTo>
                    <a:pt x="5095519" y="2816569"/>
                    <a:pt x="5107813" y="2722215"/>
                    <a:pt x="5114806" y="2627377"/>
                  </a:cubicBezTo>
                  <a:cubicBezTo>
                    <a:pt x="5119404" y="2564459"/>
                    <a:pt x="5121824" y="2500814"/>
                    <a:pt x="5121824" y="2437895"/>
                  </a:cubicBezTo>
                  <a:cubicBezTo>
                    <a:pt x="5122526" y="2055713"/>
                    <a:pt x="5035868" y="1678442"/>
                    <a:pt x="4868456" y="1334882"/>
                  </a:cubicBezTo>
                  <a:cubicBezTo>
                    <a:pt x="4862575" y="1322852"/>
                    <a:pt x="4867560" y="1308335"/>
                    <a:pt x="4879588" y="1302455"/>
                  </a:cubicBezTo>
                  <a:cubicBezTo>
                    <a:pt x="4891615" y="1296574"/>
                    <a:pt x="4906134" y="1301557"/>
                    <a:pt x="4912015" y="1313586"/>
                  </a:cubicBezTo>
                  <a:cubicBezTo>
                    <a:pt x="5082694" y="1663777"/>
                    <a:pt x="5170998" y="2048331"/>
                    <a:pt x="5170223" y="2437895"/>
                  </a:cubicBezTo>
                  <a:cubicBezTo>
                    <a:pt x="5170223" y="2501782"/>
                    <a:pt x="5167803" y="2566879"/>
                    <a:pt x="5162964" y="2631491"/>
                  </a:cubicBezTo>
                  <a:cubicBezTo>
                    <a:pt x="5155921" y="2728095"/>
                    <a:pt x="5143459" y="2824240"/>
                    <a:pt x="5125696" y="2919465"/>
                  </a:cubicBezTo>
                  <a:cubicBezTo>
                    <a:pt x="5123180" y="2930621"/>
                    <a:pt x="5113185" y="2938510"/>
                    <a:pt x="5101739" y="2938341"/>
                  </a:cubicBezTo>
                  <a:close/>
                  <a:moveTo>
                    <a:pt x="46221" y="2800404"/>
                  </a:moveTo>
                  <a:cubicBezTo>
                    <a:pt x="33993" y="2800500"/>
                    <a:pt x="23611" y="2791474"/>
                    <a:pt x="22022" y="2779350"/>
                  </a:cubicBezTo>
                  <a:cubicBezTo>
                    <a:pt x="7412" y="2667742"/>
                    <a:pt x="56" y="2555287"/>
                    <a:pt x="0" y="2442735"/>
                  </a:cubicBezTo>
                  <a:cubicBezTo>
                    <a:pt x="0" y="2378848"/>
                    <a:pt x="2420" y="2313752"/>
                    <a:pt x="7260" y="2249139"/>
                  </a:cubicBezTo>
                  <a:cubicBezTo>
                    <a:pt x="17230" y="2112581"/>
                    <a:pt x="38025" y="1977064"/>
                    <a:pt x="69453" y="1843797"/>
                  </a:cubicBezTo>
                  <a:cubicBezTo>
                    <a:pt x="71502" y="1830585"/>
                    <a:pt x="83871" y="1821558"/>
                    <a:pt x="97079" y="1823591"/>
                  </a:cubicBezTo>
                  <a:cubicBezTo>
                    <a:pt x="110284" y="1825648"/>
                    <a:pt x="119328" y="1838014"/>
                    <a:pt x="117278" y="1851227"/>
                  </a:cubicBezTo>
                  <a:cubicBezTo>
                    <a:pt x="117084" y="1852485"/>
                    <a:pt x="116789" y="1853719"/>
                    <a:pt x="116400" y="1854929"/>
                  </a:cubicBezTo>
                  <a:cubicBezTo>
                    <a:pt x="85746" y="1985752"/>
                    <a:pt x="65356" y="2118777"/>
                    <a:pt x="55417" y="2252769"/>
                  </a:cubicBezTo>
                  <a:cubicBezTo>
                    <a:pt x="50819" y="2315688"/>
                    <a:pt x="48399" y="2379574"/>
                    <a:pt x="48399" y="2442251"/>
                  </a:cubicBezTo>
                  <a:cubicBezTo>
                    <a:pt x="48413" y="2552698"/>
                    <a:pt x="55608" y="2663047"/>
                    <a:pt x="69937" y="2772574"/>
                  </a:cubicBezTo>
                  <a:cubicBezTo>
                    <a:pt x="71652" y="2785811"/>
                    <a:pt x="62345" y="2797911"/>
                    <a:pt x="49125" y="2799678"/>
                  </a:cubicBezTo>
                  <a:close/>
                  <a:moveTo>
                    <a:pt x="466324" y="1025370"/>
                  </a:moveTo>
                  <a:cubicBezTo>
                    <a:pt x="461472" y="1025310"/>
                    <a:pt x="456751" y="1023792"/>
                    <a:pt x="452773" y="1021014"/>
                  </a:cubicBezTo>
                  <a:cubicBezTo>
                    <a:pt x="442190" y="1013505"/>
                    <a:pt x="439415" y="998986"/>
                    <a:pt x="446481" y="988103"/>
                  </a:cubicBezTo>
                  <a:cubicBezTo>
                    <a:pt x="758875" y="531074"/>
                    <a:pt x="1208572" y="185285"/>
                    <a:pt x="1730506" y="763"/>
                  </a:cubicBezTo>
                  <a:cubicBezTo>
                    <a:pt x="1743453" y="-2554"/>
                    <a:pt x="1756642" y="5250"/>
                    <a:pt x="1759957" y="18197"/>
                  </a:cubicBezTo>
                  <a:cubicBezTo>
                    <a:pt x="1762885" y="29583"/>
                    <a:pt x="1757198" y="41419"/>
                    <a:pt x="1746478" y="46259"/>
                  </a:cubicBezTo>
                  <a:cubicBezTo>
                    <a:pt x="1234409" y="227339"/>
                    <a:pt x="793146" y="566485"/>
                    <a:pt x="486410" y="1014722"/>
                  </a:cubicBezTo>
                  <a:cubicBezTo>
                    <a:pt x="481902" y="1021392"/>
                    <a:pt x="474373" y="1025382"/>
                    <a:pt x="466324" y="1025370"/>
                  </a:cubicBezTo>
                  <a:close/>
                  <a:moveTo>
                    <a:pt x="4340906" y="600911"/>
                  </a:moveTo>
                  <a:cubicBezTo>
                    <a:pt x="4334712" y="600952"/>
                    <a:pt x="4328734" y="598612"/>
                    <a:pt x="4324209" y="594377"/>
                  </a:cubicBezTo>
                  <a:cubicBezTo>
                    <a:pt x="4099952" y="381968"/>
                    <a:pt x="3838525" y="212654"/>
                    <a:pt x="3552971" y="94899"/>
                  </a:cubicBezTo>
                  <a:cubicBezTo>
                    <a:pt x="3540629" y="89789"/>
                    <a:pt x="3534748" y="75632"/>
                    <a:pt x="3539879" y="63285"/>
                  </a:cubicBezTo>
                  <a:cubicBezTo>
                    <a:pt x="3539879" y="63256"/>
                    <a:pt x="3539903" y="63227"/>
                    <a:pt x="3539903" y="63198"/>
                  </a:cubicBezTo>
                  <a:cubicBezTo>
                    <a:pt x="3545033" y="50948"/>
                    <a:pt x="3559069" y="45119"/>
                    <a:pt x="3571362" y="50130"/>
                  </a:cubicBezTo>
                  <a:cubicBezTo>
                    <a:pt x="3862289" y="170078"/>
                    <a:pt x="4128774" y="342318"/>
                    <a:pt x="4357604" y="558320"/>
                  </a:cubicBezTo>
                  <a:cubicBezTo>
                    <a:pt x="4367090" y="567731"/>
                    <a:pt x="4367163" y="583054"/>
                    <a:pt x="4357749" y="592543"/>
                  </a:cubicBezTo>
                  <a:cubicBezTo>
                    <a:pt x="4357701" y="592589"/>
                    <a:pt x="4357653" y="592637"/>
                    <a:pt x="4357604" y="592683"/>
                  </a:cubicBezTo>
                  <a:cubicBezTo>
                    <a:pt x="4353369" y="597542"/>
                    <a:pt x="4347344" y="600504"/>
                    <a:pt x="4340906" y="600911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1AB3AC-E363-B1FC-6A91-900CB8EC59EB}"/>
                </a:ext>
              </a:extLst>
            </p:cNvPr>
            <p:cNvSpPr/>
            <p:nvPr/>
          </p:nvSpPr>
          <p:spPr>
            <a:xfrm>
              <a:off x="4214591" y="1243301"/>
              <a:ext cx="3762580" cy="4371639"/>
            </a:xfrm>
            <a:custGeom>
              <a:avLst/>
              <a:gdLst>
                <a:gd name="connsiteX0" fmla="*/ 1726289 w 3762580"/>
                <a:gd name="connsiteY0" fmla="*/ 4371640 h 4371639"/>
                <a:gd name="connsiteX1" fmla="*/ 1724353 w 3762580"/>
                <a:gd name="connsiteY1" fmla="*/ 4371640 h 4371639"/>
                <a:gd name="connsiteX2" fmla="*/ 1719998 w 3762580"/>
                <a:gd name="connsiteY2" fmla="*/ 4371640 h 4371639"/>
                <a:gd name="connsiteX3" fmla="*/ 1833 w 3762580"/>
                <a:gd name="connsiteY3" fmla="*/ 3315331 h 4371639"/>
                <a:gd name="connsiteX4" fmla="*/ 14985 w 3762580"/>
                <a:gd name="connsiteY4" fmla="*/ 3283727 h 4371639"/>
                <a:gd name="connsiteX5" fmla="*/ 43214 w 3762580"/>
                <a:gd name="connsiteY5" fmla="*/ 3291132 h 4371639"/>
                <a:gd name="connsiteX6" fmla="*/ 1722417 w 3762580"/>
                <a:gd name="connsiteY6" fmla="*/ 4324209 h 4371639"/>
                <a:gd name="connsiteX7" fmla="*/ 1726773 w 3762580"/>
                <a:gd name="connsiteY7" fmla="*/ 4324209 h 4371639"/>
                <a:gd name="connsiteX8" fmla="*/ 1749037 w 3762580"/>
                <a:gd name="connsiteY8" fmla="*/ 4350102 h 4371639"/>
                <a:gd name="connsiteX9" fmla="*/ 1726289 w 3762580"/>
                <a:gd name="connsiteY9" fmla="*/ 4371640 h 4371639"/>
                <a:gd name="connsiteX10" fmla="*/ 2871894 w 3762580"/>
                <a:gd name="connsiteY10" fmla="*/ 4138114 h 4371639"/>
                <a:gd name="connsiteX11" fmla="*/ 2847597 w 3762580"/>
                <a:gd name="connsiteY11" fmla="*/ 4114012 h 4371639"/>
                <a:gd name="connsiteX12" fmla="*/ 2860762 w 3762580"/>
                <a:gd name="connsiteY12" fmla="*/ 4092377 h 4371639"/>
                <a:gd name="connsiteX13" fmla="*/ 3707744 w 3762580"/>
                <a:gd name="connsiteY13" fmla="*/ 3306136 h 4371639"/>
                <a:gd name="connsiteX14" fmla="*/ 3739349 w 3762580"/>
                <a:gd name="connsiteY14" fmla="*/ 3292996 h 4371639"/>
                <a:gd name="connsiteX15" fmla="*/ 3752489 w 3762580"/>
                <a:gd name="connsiteY15" fmla="*/ 3324576 h 4371639"/>
                <a:gd name="connsiteX16" fmla="*/ 3749125 w 3762580"/>
                <a:gd name="connsiteY16" fmla="*/ 3330335 h 4371639"/>
                <a:gd name="connsiteX17" fmla="*/ 2881815 w 3762580"/>
                <a:gd name="connsiteY17" fmla="*/ 4134243 h 4371639"/>
                <a:gd name="connsiteX18" fmla="*/ 2871894 w 3762580"/>
                <a:gd name="connsiteY18" fmla="*/ 4138114 h 4371639"/>
                <a:gd name="connsiteX19" fmla="*/ 3737994 w 3762580"/>
                <a:gd name="connsiteY19" fmla="*/ 1091397 h 4371639"/>
                <a:gd name="connsiteX20" fmla="*/ 3717182 w 3762580"/>
                <a:gd name="connsiteY20" fmla="*/ 1079540 h 4371639"/>
                <a:gd name="connsiteX21" fmla="*/ 2039189 w 3762580"/>
                <a:gd name="connsiteY21" fmla="*/ 48399 h 4371639"/>
                <a:gd name="connsiteX22" fmla="*/ 2039189 w 3762580"/>
                <a:gd name="connsiteY22" fmla="*/ 24200 h 4371639"/>
                <a:gd name="connsiteX23" fmla="*/ 2042335 w 3762580"/>
                <a:gd name="connsiteY23" fmla="*/ 0 h 4371639"/>
                <a:gd name="connsiteX24" fmla="*/ 3759047 w 3762580"/>
                <a:gd name="connsiteY24" fmla="*/ 1054614 h 4371639"/>
                <a:gd name="connsiteX25" fmla="*/ 3750965 w 3762580"/>
                <a:gd name="connsiteY25" fmla="*/ 1087869 h 4371639"/>
                <a:gd name="connsiteX26" fmla="*/ 3738236 w 3762580"/>
                <a:gd name="connsiteY26" fmla="*/ 1091397 h 4371639"/>
                <a:gd name="connsiteX27" fmla="*/ 35470 w 3762580"/>
                <a:gd name="connsiteY27" fmla="*/ 1074942 h 4371639"/>
                <a:gd name="connsiteX28" fmla="*/ 22886 w 3762580"/>
                <a:gd name="connsiteY28" fmla="*/ 1071312 h 4371639"/>
                <a:gd name="connsiteX29" fmla="*/ 14816 w 3762580"/>
                <a:gd name="connsiteY29" fmla="*/ 1038054 h 4371639"/>
                <a:gd name="connsiteX30" fmla="*/ 14901 w 3762580"/>
                <a:gd name="connsiteY30" fmla="*/ 1037917 h 4371639"/>
                <a:gd name="connsiteX31" fmla="*/ 881969 w 3762580"/>
                <a:gd name="connsiteY31" fmla="*/ 234977 h 4371639"/>
                <a:gd name="connsiteX32" fmla="*/ 914832 w 3762580"/>
                <a:gd name="connsiteY32" fmla="*/ 244541 h 4371639"/>
                <a:gd name="connsiteX33" fmla="*/ 905273 w 3762580"/>
                <a:gd name="connsiteY33" fmla="*/ 277401 h 4371639"/>
                <a:gd name="connsiteX34" fmla="*/ 903990 w 3762580"/>
                <a:gd name="connsiteY34" fmla="*/ 278052 h 4371639"/>
                <a:gd name="connsiteX35" fmla="*/ 55072 w 3762580"/>
                <a:gd name="connsiteY35" fmla="*/ 1063326 h 4371639"/>
                <a:gd name="connsiteX36" fmla="*/ 34502 w 3762580"/>
                <a:gd name="connsiteY36" fmla="*/ 1074942 h 4371639"/>
                <a:gd name="connsiteX37" fmla="*/ 2039915 w 3762580"/>
                <a:gd name="connsiteY37" fmla="*/ 24200 h 4371639"/>
                <a:gd name="connsiteX38" fmla="*/ 2041851 w 3762580"/>
                <a:gd name="connsiteY38" fmla="*/ 0 h 437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62580" h="4371639">
                  <a:moveTo>
                    <a:pt x="1726289" y="4371640"/>
                  </a:moveTo>
                  <a:lnTo>
                    <a:pt x="1724353" y="4371640"/>
                  </a:lnTo>
                  <a:lnTo>
                    <a:pt x="1719998" y="4371640"/>
                  </a:lnTo>
                  <a:cubicBezTo>
                    <a:pt x="1009911" y="4318861"/>
                    <a:pt x="369469" y="3925135"/>
                    <a:pt x="1833" y="3315331"/>
                  </a:cubicBezTo>
                  <a:cubicBezTo>
                    <a:pt x="-3261" y="3302966"/>
                    <a:pt x="2627" y="3288833"/>
                    <a:pt x="14985" y="3283727"/>
                  </a:cubicBezTo>
                  <a:cubicBezTo>
                    <a:pt x="24989" y="3279613"/>
                    <a:pt x="36516" y="3282638"/>
                    <a:pt x="43214" y="3291132"/>
                  </a:cubicBezTo>
                  <a:cubicBezTo>
                    <a:pt x="402519" y="3887214"/>
                    <a:pt x="1028376" y="4272253"/>
                    <a:pt x="1722417" y="4324209"/>
                  </a:cubicBezTo>
                  <a:lnTo>
                    <a:pt x="1726773" y="4324209"/>
                  </a:lnTo>
                  <a:cubicBezTo>
                    <a:pt x="1740059" y="4325249"/>
                    <a:pt x="1750005" y="4336817"/>
                    <a:pt x="1749037" y="4350102"/>
                  </a:cubicBezTo>
                  <a:cubicBezTo>
                    <a:pt x="1747754" y="4361888"/>
                    <a:pt x="1738123" y="4371011"/>
                    <a:pt x="1726289" y="4371640"/>
                  </a:cubicBezTo>
                  <a:close/>
                  <a:moveTo>
                    <a:pt x="2871894" y="4138114"/>
                  </a:moveTo>
                  <a:cubicBezTo>
                    <a:pt x="2858536" y="4138163"/>
                    <a:pt x="2847646" y="4127370"/>
                    <a:pt x="2847597" y="4114012"/>
                  </a:cubicBezTo>
                  <a:cubicBezTo>
                    <a:pt x="2847549" y="4104889"/>
                    <a:pt x="2852655" y="4096540"/>
                    <a:pt x="2860762" y="4092377"/>
                  </a:cubicBezTo>
                  <a:cubicBezTo>
                    <a:pt x="3209574" y="3912551"/>
                    <a:pt x="3502508" y="3640621"/>
                    <a:pt x="3707744" y="3306136"/>
                  </a:cubicBezTo>
                  <a:cubicBezTo>
                    <a:pt x="3712826" y="3293770"/>
                    <a:pt x="3726983" y="3287890"/>
                    <a:pt x="3739349" y="3292996"/>
                  </a:cubicBezTo>
                  <a:cubicBezTo>
                    <a:pt x="3751691" y="3298077"/>
                    <a:pt x="3757595" y="3312234"/>
                    <a:pt x="3752489" y="3324576"/>
                  </a:cubicBezTo>
                  <a:cubicBezTo>
                    <a:pt x="3751642" y="3326633"/>
                    <a:pt x="3750505" y="3328593"/>
                    <a:pt x="3749125" y="3330335"/>
                  </a:cubicBezTo>
                  <a:cubicBezTo>
                    <a:pt x="3538904" y="3672516"/>
                    <a:pt x="3238928" y="3950544"/>
                    <a:pt x="2881815" y="4134243"/>
                  </a:cubicBezTo>
                  <a:cubicBezTo>
                    <a:pt x="2878839" y="4136251"/>
                    <a:pt x="2875451" y="4137582"/>
                    <a:pt x="2871894" y="4138114"/>
                  </a:cubicBezTo>
                  <a:close/>
                  <a:moveTo>
                    <a:pt x="3737994" y="1091397"/>
                  </a:moveTo>
                  <a:cubicBezTo>
                    <a:pt x="3729452" y="1091395"/>
                    <a:pt x="3721538" y="1086889"/>
                    <a:pt x="3717182" y="1079540"/>
                  </a:cubicBezTo>
                  <a:cubicBezTo>
                    <a:pt x="3357674" y="484537"/>
                    <a:pt x="2732432" y="100321"/>
                    <a:pt x="2039189" y="48399"/>
                  </a:cubicBezTo>
                  <a:lnTo>
                    <a:pt x="2039189" y="24200"/>
                  </a:lnTo>
                  <a:lnTo>
                    <a:pt x="2042335" y="0"/>
                  </a:lnTo>
                  <a:cubicBezTo>
                    <a:pt x="2751525" y="53016"/>
                    <a:pt x="3391191" y="445982"/>
                    <a:pt x="3759047" y="1054614"/>
                  </a:cubicBezTo>
                  <a:cubicBezTo>
                    <a:pt x="3765993" y="1066029"/>
                    <a:pt x="3762387" y="1080919"/>
                    <a:pt x="3750965" y="1087869"/>
                  </a:cubicBezTo>
                  <a:cubicBezTo>
                    <a:pt x="3747117" y="1090202"/>
                    <a:pt x="3742713" y="1091424"/>
                    <a:pt x="3738236" y="1091397"/>
                  </a:cubicBezTo>
                  <a:close/>
                  <a:moveTo>
                    <a:pt x="35470" y="1074942"/>
                  </a:moveTo>
                  <a:cubicBezTo>
                    <a:pt x="31022" y="1074910"/>
                    <a:pt x="26669" y="1073654"/>
                    <a:pt x="22886" y="1071312"/>
                  </a:cubicBezTo>
                  <a:cubicBezTo>
                    <a:pt x="11474" y="1064357"/>
                    <a:pt x="7861" y="1049467"/>
                    <a:pt x="14816" y="1038054"/>
                  </a:cubicBezTo>
                  <a:cubicBezTo>
                    <a:pt x="14845" y="1038009"/>
                    <a:pt x="14872" y="1037963"/>
                    <a:pt x="14901" y="1037917"/>
                  </a:cubicBezTo>
                  <a:cubicBezTo>
                    <a:pt x="225313" y="696225"/>
                    <a:pt x="525147" y="418567"/>
                    <a:pt x="881969" y="234977"/>
                  </a:cubicBezTo>
                  <a:cubicBezTo>
                    <a:pt x="893681" y="228545"/>
                    <a:pt x="908395" y="232826"/>
                    <a:pt x="914832" y="244541"/>
                  </a:cubicBezTo>
                  <a:cubicBezTo>
                    <a:pt x="921269" y="256256"/>
                    <a:pt x="916985" y="270967"/>
                    <a:pt x="905273" y="277401"/>
                  </a:cubicBezTo>
                  <a:cubicBezTo>
                    <a:pt x="904837" y="277631"/>
                    <a:pt x="904426" y="277847"/>
                    <a:pt x="903990" y="278052"/>
                  </a:cubicBezTo>
                  <a:cubicBezTo>
                    <a:pt x="554721" y="457526"/>
                    <a:pt x="261167" y="729073"/>
                    <a:pt x="55072" y="1063326"/>
                  </a:cubicBezTo>
                  <a:cubicBezTo>
                    <a:pt x="50699" y="1070509"/>
                    <a:pt x="42911" y="1074906"/>
                    <a:pt x="34502" y="1074942"/>
                  </a:cubicBezTo>
                  <a:close/>
                  <a:moveTo>
                    <a:pt x="2039915" y="24200"/>
                  </a:moveTo>
                  <a:lnTo>
                    <a:pt x="2041851" y="0"/>
                  </a:ln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697784-7352-26E0-58E6-124A7CC05E7E}"/>
                </a:ext>
              </a:extLst>
            </p:cNvPr>
            <p:cNvSpPr/>
            <p:nvPr/>
          </p:nvSpPr>
          <p:spPr>
            <a:xfrm>
              <a:off x="3303619" y="2120533"/>
              <a:ext cx="1536185" cy="2527397"/>
            </a:xfrm>
            <a:custGeom>
              <a:avLst/>
              <a:gdLst>
                <a:gd name="connsiteX0" fmla="*/ 1035981 w 1536185"/>
                <a:gd name="connsiteY0" fmla="*/ 1771887 h 2527397"/>
                <a:gd name="connsiteX1" fmla="*/ 503592 w 1536185"/>
                <a:gd name="connsiteY1" fmla="*/ 1771887 h 2527397"/>
                <a:gd name="connsiteX2" fmla="*/ 503592 w 1536185"/>
                <a:gd name="connsiteY2" fmla="*/ 1509565 h 2527397"/>
                <a:gd name="connsiteX3" fmla="*/ 540375 w 1536185"/>
                <a:gd name="connsiteY3" fmla="*/ 1294431 h 2527397"/>
                <a:gd name="connsiteX4" fmla="*/ 695978 w 1536185"/>
                <a:gd name="connsiteY4" fmla="*/ 1100835 h 2527397"/>
                <a:gd name="connsiteX5" fmla="*/ 933859 w 1536185"/>
                <a:gd name="connsiteY5" fmla="*/ 856178 h 2527397"/>
                <a:gd name="connsiteX6" fmla="*/ 930229 w 1536185"/>
                <a:gd name="connsiteY6" fmla="*/ 527307 h 2527397"/>
                <a:gd name="connsiteX7" fmla="*/ 783822 w 1536185"/>
                <a:gd name="connsiteY7" fmla="*/ 461484 h 2527397"/>
                <a:gd name="connsiteX8" fmla="*/ 631849 w 1536185"/>
                <a:gd name="connsiteY8" fmla="*/ 540375 h 2527397"/>
                <a:gd name="connsiteX9" fmla="*/ 556589 w 1536185"/>
                <a:gd name="connsiteY9" fmla="*/ 748491 h 2527397"/>
                <a:gd name="connsiteX10" fmla="*/ 0 w 1536185"/>
                <a:gd name="connsiteY10" fmla="*/ 748491 h 2527397"/>
                <a:gd name="connsiteX11" fmla="*/ 255305 w 1536185"/>
                <a:gd name="connsiteY11" fmla="*/ 199404 h 2527397"/>
                <a:gd name="connsiteX12" fmla="*/ 799068 w 1536185"/>
                <a:gd name="connsiteY12" fmla="*/ 0 h 2527397"/>
                <a:gd name="connsiteX13" fmla="*/ 1331456 w 1536185"/>
                <a:gd name="connsiteY13" fmla="*/ 178350 h 2527397"/>
                <a:gd name="connsiteX14" fmla="*/ 1536184 w 1536185"/>
                <a:gd name="connsiteY14" fmla="*/ 671536 h 2527397"/>
                <a:gd name="connsiteX15" fmla="*/ 1501095 w 1536185"/>
                <a:gd name="connsiteY15" fmla="*/ 879410 h 2527397"/>
                <a:gd name="connsiteX16" fmla="*/ 1452696 w 1536185"/>
                <a:gd name="connsiteY16" fmla="*/ 977418 h 2527397"/>
                <a:gd name="connsiteX17" fmla="*/ 1387357 w 1536185"/>
                <a:gd name="connsiteY17" fmla="*/ 1066472 h 2527397"/>
                <a:gd name="connsiteX18" fmla="*/ 1319357 w 1536185"/>
                <a:gd name="connsiteY18" fmla="*/ 1143426 h 2527397"/>
                <a:gd name="connsiteX19" fmla="*/ 1160124 w 1536185"/>
                <a:gd name="connsiteY19" fmla="*/ 1300723 h 2527397"/>
                <a:gd name="connsiteX20" fmla="*/ 1060422 w 1536185"/>
                <a:gd name="connsiteY20" fmla="*/ 1421721 h 2527397"/>
                <a:gd name="connsiteX21" fmla="*/ 1036223 w 1536185"/>
                <a:gd name="connsiteY21" fmla="*/ 1563530 h 2527397"/>
                <a:gd name="connsiteX22" fmla="*/ 558524 w 1536185"/>
                <a:gd name="connsiteY22" fmla="*/ 2438100 h 2527397"/>
                <a:gd name="connsiteX23" fmla="*/ 556794 w 1536185"/>
                <a:gd name="connsiteY23" fmla="*/ 2002775 h 2527397"/>
                <a:gd name="connsiteX24" fmla="*/ 776320 w 1536185"/>
                <a:gd name="connsiteY24" fmla="*/ 1911760 h 2527397"/>
                <a:gd name="connsiteX25" fmla="*/ 1083133 w 1536185"/>
                <a:gd name="connsiteY25" fmla="*/ 2220570 h 2527397"/>
                <a:gd name="connsiteX26" fmla="*/ 774316 w 1536185"/>
                <a:gd name="connsiteY26" fmla="*/ 2527396 h 2527397"/>
                <a:gd name="connsiteX27" fmla="*/ 558524 w 1536185"/>
                <a:gd name="connsiteY27" fmla="*/ 2438100 h 252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6185" h="2527397">
                  <a:moveTo>
                    <a:pt x="1035981" y="1771887"/>
                  </a:moveTo>
                  <a:lnTo>
                    <a:pt x="503592" y="1771887"/>
                  </a:lnTo>
                  <a:lnTo>
                    <a:pt x="503592" y="1509565"/>
                  </a:lnTo>
                  <a:cubicBezTo>
                    <a:pt x="503592" y="1414050"/>
                    <a:pt x="515853" y="1342346"/>
                    <a:pt x="540375" y="1294431"/>
                  </a:cubicBezTo>
                  <a:cubicBezTo>
                    <a:pt x="564896" y="1246516"/>
                    <a:pt x="616765" y="1181976"/>
                    <a:pt x="695978" y="1100835"/>
                  </a:cubicBezTo>
                  <a:lnTo>
                    <a:pt x="933859" y="856178"/>
                  </a:lnTo>
                  <a:cubicBezTo>
                    <a:pt x="1005189" y="757711"/>
                    <a:pt x="1003715" y="624178"/>
                    <a:pt x="930229" y="527307"/>
                  </a:cubicBezTo>
                  <a:cubicBezTo>
                    <a:pt x="894193" y="483966"/>
                    <a:pt x="840166" y="459670"/>
                    <a:pt x="783822" y="461484"/>
                  </a:cubicBezTo>
                  <a:cubicBezTo>
                    <a:pt x="723335" y="461460"/>
                    <a:pt x="666626" y="490887"/>
                    <a:pt x="631849" y="540375"/>
                  </a:cubicBezTo>
                  <a:cubicBezTo>
                    <a:pt x="587690" y="601285"/>
                    <a:pt x="561605" y="673424"/>
                    <a:pt x="556589" y="748491"/>
                  </a:cubicBezTo>
                  <a:lnTo>
                    <a:pt x="0" y="748491"/>
                  </a:lnTo>
                  <a:cubicBezTo>
                    <a:pt x="25651" y="515207"/>
                    <a:pt x="110754" y="332186"/>
                    <a:pt x="255305" y="199404"/>
                  </a:cubicBezTo>
                  <a:cubicBezTo>
                    <a:pt x="399856" y="66628"/>
                    <a:pt x="581110" y="162"/>
                    <a:pt x="799068" y="0"/>
                  </a:cubicBezTo>
                  <a:cubicBezTo>
                    <a:pt x="1017185" y="0"/>
                    <a:pt x="1194650" y="59451"/>
                    <a:pt x="1331456" y="178350"/>
                  </a:cubicBezTo>
                  <a:cubicBezTo>
                    <a:pt x="1468264" y="297242"/>
                    <a:pt x="1536506" y="461654"/>
                    <a:pt x="1536184" y="671536"/>
                  </a:cubicBezTo>
                  <a:cubicBezTo>
                    <a:pt x="1536184" y="764704"/>
                    <a:pt x="1524327" y="834157"/>
                    <a:pt x="1501095" y="879410"/>
                  </a:cubicBezTo>
                  <a:cubicBezTo>
                    <a:pt x="1477864" y="924663"/>
                    <a:pt x="1461408" y="957574"/>
                    <a:pt x="1452696" y="977418"/>
                  </a:cubicBezTo>
                  <a:cubicBezTo>
                    <a:pt x="1434411" y="1009506"/>
                    <a:pt x="1412486" y="1039393"/>
                    <a:pt x="1387357" y="1066472"/>
                  </a:cubicBezTo>
                  <a:cubicBezTo>
                    <a:pt x="1353720" y="1106159"/>
                    <a:pt x="1330973" y="1131569"/>
                    <a:pt x="1319357" y="1143426"/>
                  </a:cubicBezTo>
                  <a:cubicBezTo>
                    <a:pt x="1263214" y="1199400"/>
                    <a:pt x="1210137" y="1251840"/>
                    <a:pt x="1160124" y="1300723"/>
                  </a:cubicBezTo>
                  <a:cubicBezTo>
                    <a:pt x="1121100" y="1335909"/>
                    <a:pt x="1087504" y="1376685"/>
                    <a:pt x="1060422" y="1421721"/>
                  </a:cubicBezTo>
                  <a:cubicBezTo>
                    <a:pt x="1041752" y="1466562"/>
                    <a:pt x="1033478" y="1515034"/>
                    <a:pt x="1036223" y="1563530"/>
                  </a:cubicBezTo>
                  <a:close/>
                  <a:moveTo>
                    <a:pt x="558524" y="2438100"/>
                  </a:moveTo>
                  <a:cubicBezTo>
                    <a:pt x="437837" y="2318360"/>
                    <a:pt x="437062" y="2123482"/>
                    <a:pt x="556794" y="2002775"/>
                  </a:cubicBezTo>
                  <a:cubicBezTo>
                    <a:pt x="614834" y="1944285"/>
                    <a:pt x="693911" y="1911495"/>
                    <a:pt x="776320" y="1911760"/>
                  </a:cubicBezTo>
                  <a:cubicBezTo>
                    <a:pt x="946321" y="1912317"/>
                    <a:pt x="1083688" y="2050569"/>
                    <a:pt x="1083133" y="2220570"/>
                  </a:cubicBezTo>
                  <a:cubicBezTo>
                    <a:pt x="1082579" y="2390572"/>
                    <a:pt x="944318" y="2527953"/>
                    <a:pt x="774316" y="2527396"/>
                  </a:cubicBezTo>
                  <a:cubicBezTo>
                    <a:pt x="693449" y="2527130"/>
                    <a:pt x="615933" y="2495065"/>
                    <a:pt x="558524" y="2438100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  <a:effectLst>
              <a:outerShdw blurRad="50800" dist="38100" dir="8100000" sx="102000" sy="102000" algn="tr" rotWithShape="0">
                <a:schemeClr val="bg1"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C202F55-D699-7B61-3439-CB4740AB9864}"/>
                </a:ext>
              </a:extLst>
            </p:cNvPr>
            <p:cNvSpPr/>
            <p:nvPr/>
          </p:nvSpPr>
          <p:spPr>
            <a:xfrm>
              <a:off x="3277000" y="2096333"/>
              <a:ext cx="1586761" cy="2575606"/>
            </a:xfrm>
            <a:custGeom>
              <a:avLst/>
              <a:gdLst>
                <a:gd name="connsiteX0" fmla="*/ 803907 w 1586761"/>
                <a:gd name="connsiteY0" fmla="*/ 2575553 h 2575606"/>
                <a:gd name="connsiteX1" fmla="*/ 568204 w 1586761"/>
                <a:gd name="connsiteY1" fmla="*/ 2478755 h 2575606"/>
                <a:gd name="connsiteX2" fmla="*/ 568204 w 1586761"/>
                <a:gd name="connsiteY2" fmla="*/ 2478755 h 2575606"/>
                <a:gd name="connsiteX3" fmla="*/ 566326 w 1586761"/>
                <a:gd name="connsiteY3" fmla="*/ 2009212 h 2575606"/>
                <a:gd name="connsiteX4" fmla="*/ 803907 w 1586761"/>
                <a:gd name="connsiteY4" fmla="*/ 1911034 h 2575606"/>
                <a:gd name="connsiteX5" fmla="*/ 1144767 w 1586761"/>
                <a:gd name="connsiteY5" fmla="*/ 2233977 h 2575606"/>
                <a:gd name="connsiteX6" fmla="*/ 821832 w 1586761"/>
                <a:gd name="connsiteY6" fmla="*/ 2574827 h 2575606"/>
                <a:gd name="connsiteX7" fmla="*/ 803907 w 1586761"/>
                <a:gd name="connsiteY7" fmla="*/ 2574827 h 2575606"/>
                <a:gd name="connsiteX8" fmla="*/ 803907 w 1586761"/>
                <a:gd name="connsiteY8" fmla="*/ 1960159 h 2575606"/>
                <a:gd name="connsiteX9" fmla="*/ 521119 w 1586761"/>
                <a:gd name="connsiteY9" fmla="*/ 2247020 h 2575606"/>
                <a:gd name="connsiteX10" fmla="*/ 602326 w 1586761"/>
                <a:gd name="connsiteY10" fmla="*/ 2444149 h 2575606"/>
                <a:gd name="connsiteX11" fmla="*/ 602326 w 1586761"/>
                <a:gd name="connsiteY11" fmla="*/ 2444149 h 2575606"/>
                <a:gd name="connsiteX12" fmla="*/ 1005247 w 1586761"/>
                <a:gd name="connsiteY12" fmla="*/ 2444149 h 2575606"/>
                <a:gd name="connsiteX13" fmla="*/ 1004896 w 1586761"/>
                <a:gd name="connsiteY13" fmla="*/ 2043043 h 2575606"/>
                <a:gd name="connsiteX14" fmla="*/ 803907 w 1586761"/>
                <a:gd name="connsiteY14" fmla="*/ 1960159 h 2575606"/>
                <a:gd name="connsiteX15" fmla="*/ 1086800 w 1586761"/>
                <a:gd name="connsiteY15" fmla="*/ 1820286 h 2575606"/>
                <a:gd name="connsiteX16" fmla="*/ 506012 w 1586761"/>
                <a:gd name="connsiteY16" fmla="*/ 1820286 h 2575606"/>
                <a:gd name="connsiteX17" fmla="*/ 506012 w 1586761"/>
                <a:gd name="connsiteY17" fmla="*/ 1533764 h 2575606"/>
                <a:gd name="connsiteX18" fmla="*/ 545457 w 1586761"/>
                <a:gd name="connsiteY18" fmla="*/ 1307741 h 2575606"/>
                <a:gd name="connsiteX19" fmla="*/ 705173 w 1586761"/>
                <a:gd name="connsiteY19" fmla="*/ 1107611 h 2575606"/>
                <a:gd name="connsiteX20" fmla="*/ 943055 w 1586761"/>
                <a:gd name="connsiteY20" fmla="*/ 862954 h 2575606"/>
                <a:gd name="connsiteX21" fmla="*/ 938457 w 1586761"/>
                <a:gd name="connsiteY21" fmla="*/ 566510 h 2575606"/>
                <a:gd name="connsiteX22" fmla="*/ 810441 w 1586761"/>
                <a:gd name="connsiteY22" fmla="*/ 509883 h 2575606"/>
                <a:gd name="connsiteX23" fmla="*/ 677586 w 1586761"/>
                <a:gd name="connsiteY23" fmla="*/ 579336 h 2575606"/>
                <a:gd name="connsiteX24" fmla="*/ 607165 w 1586761"/>
                <a:gd name="connsiteY24" fmla="*/ 775110 h 2575606"/>
                <a:gd name="connsiteX25" fmla="*/ 604987 w 1586761"/>
                <a:gd name="connsiteY25" fmla="*/ 796648 h 2575606"/>
                <a:gd name="connsiteX26" fmla="*/ 0 w 1586761"/>
                <a:gd name="connsiteY26" fmla="*/ 796648 h 2575606"/>
                <a:gd name="connsiteX27" fmla="*/ 3146 w 1586761"/>
                <a:gd name="connsiteY27" fmla="*/ 770028 h 2575606"/>
                <a:gd name="connsiteX28" fmla="*/ 266194 w 1586761"/>
                <a:gd name="connsiteY28" fmla="*/ 205696 h 2575606"/>
                <a:gd name="connsiteX29" fmla="*/ 826171 w 1586761"/>
                <a:gd name="connsiteY29" fmla="*/ 0 h 2575606"/>
                <a:gd name="connsiteX30" fmla="*/ 1373806 w 1586761"/>
                <a:gd name="connsiteY30" fmla="*/ 184158 h 2575606"/>
                <a:gd name="connsiteX31" fmla="*/ 1586761 w 1586761"/>
                <a:gd name="connsiteY31" fmla="*/ 695736 h 2575606"/>
                <a:gd name="connsiteX32" fmla="*/ 1549010 w 1586761"/>
                <a:gd name="connsiteY32" fmla="*/ 914741 h 2575606"/>
                <a:gd name="connsiteX33" fmla="*/ 1500611 w 1586761"/>
                <a:gd name="connsiteY33" fmla="*/ 1011539 h 2575606"/>
                <a:gd name="connsiteX34" fmla="*/ 1432368 w 1586761"/>
                <a:gd name="connsiteY34" fmla="*/ 1106159 h 2575606"/>
                <a:gd name="connsiteX35" fmla="*/ 1362916 w 1586761"/>
                <a:gd name="connsiteY35" fmla="*/ 1184323 h 2575606"/>
                <a:gd name="connsiteX36" fmla="*/ 1203683 w 1586761"/>
                <a:gd name="connsiteY36" fmla="*/ 1341862 h 2575606"/>
                <a:gd name="connsiteX37" fmla="*/ 1108579 w 1586761"/>
                <a:gd name="connsiteY37" fmla="*/ 1456326 h 2575606"/>
                <a:gd name="connsiteX38" fmla="*/ 1086800 w 1586761"/>
                <a:gd name="connsiteY38" fmla="*/ 1587003 h 2575606"/>
                <a:gd name="connsiteX39" fmla="*/ 554411 w 1586761"/>
                <a:gd name="connsiteY39" fmla="*/ 1771887 h 2575606"/>
                <a:gd name="connsiteX40" fmla="*/ 1038401 w 1586761"/>
                <a:gd name="connsiteY40" fmla="*/ 1771887 h 2575606"/>
                <a:gd name="connsiteX41" fmla="*/ 1038401 w 1586761"/>
                <a:gd name="connsiteY41" fmla="*/ 1586277 h 2575606"/>
                <a:gd name="connsiteX42" fmla="*/ 1065504 w 1586761"/>
                <a:gd name="connsiteY42" fmla="*/ 1433337 h 2575606"/>
                <a:gd name="connsiteX43" fmla="*/ 1169804 w 1586761"/>
                <a:gd name="connsiteY43" fmla="*/ 1306531 h 2575606"/>
                <a:gd name="connsiteX44" fmla="*/ 1328795 w 1586761"/>
                <a:gd name="connsiteY44" fmla="*/ 1149476 h 2575606"/>
                <a:gd name="connsiteX45" fmla="*/ 1395585 w 1586761"/>
                <a:gd name="connsiteY45" fmla="*/ 1073974 h 2575606"/>
                <a:gd name="connsiteX46" fmla="*/ 1456810 w 1586761"/>
                <a:gd name="connsiteY46" fmla="*/ 990244 h 2575606"/>
                <a:gd name="connsiteX47" fmla="*/ 1505209 w 1586761"/>
                <a:gd name="connsiteY47" fmla="*/ 891510 h 2575606"/>
                <a:gd name="connsiteX48" fmla="*/ 1537636 w 1586761"/>
                <a:gd name="connsiteY48" fmla="*/ 694526 h 2575606"/>
                <a:gd name="connsiteX49" fmla="*/ 1341136 w 1586761"/>
                <a:gd name="connsiteY49" fmla="*/ 219489 h 2575606"/>
                <a:gd name="connsiteX50" fmla="*/ 825445 w 1586761"/>
                <a:gd name="connsiteY50" fmla="*/ 47189 h 2575606"/>
                <a:gd name="connsiteX51" fmla="*/ 298138 w 1586761"/>
                <a:gd name="connsiteY51" fmla="*/ 240785 h 2575606"/>
                <a:gd name="connsiteX52" fmla="*/ 53723 w 1586761"/>
                <a:gd name="connsiteY52" fmla="*/ 748974 h 2575606"/>
                <a:gd name="connsiteX53" fmla="*/ 561912 w 1586761"/>
                <a:gd name="connsiteY53" fmla="*/ 748974 h 2575606"/>
                <a:gd name="connsiteX54" fmla="*/ 639351 w 1586761"/>
                <a:gd name="connsiteY54" fmla="*/ 550297 h 2575606"/>
                <a:gd name="connsiteX55" fmla="*/ 810441 w 1586761"/>
                <a:gd name="connsiteY55" fmla="*/ 461484 h 2575606"/>
                <a:gd name="connsiteX56" fmla="*/ 975966 w 1586761"/>
                <a:gd name="connsiteY56" fmla="*/ 536745 h 2575606"/>
                <a:gd name="connsiteX57" fmla="*/ 979838 w 1586761"/>
                <a:gd name="connsiteY57" fmla="*/ 895382 h 2575606"/>
                <a:gd name="connsiteX58" fmla="*/ 740747 w 1586761"/>
                <a:gd name="connsiteY58" fmla="*/ 1141491 h 2575606"/>
                <a:gd name="connsiteX59" fmla="*/ 589258 w 1586761"/>
                <a:gd name="connsiteY59" fmla="*/ 1329763 h 2575606"/>
                <a:gd name="connsiteX60" fmla="*/ 555137 w 1586761"/>
                <a:gd name="connsiteY60" fmla="*/ 1533764 h 2575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6761" h="2575606">
                  <a:moveTo>
                    <a:pt x="803907" y="2575553"/>
                  </a:moveTo>
                  <a:cubicBezTo>
                    <a:pt x="715352" y="2577174"/>
                    <a:pt x="630061" y="2542133"/>
                    <a:pt x="568204" y="2478755"/>
                  </a:cubicBezTo>
                  <a:lnTo>
                    <a:pt x="568204" y="2478755"/>
                  </a:lnTo>
                  <a:cubicBezTo>
                    <a:pt x="438025" y="2349602"/>
                    <a:pt x="437186" y="2139405"/>
                    <a:pt x="566326" y="2009212"/>
                  </a:cubicBezTo>
                  <a:cubicBezTo>
                    <a:pt x="629124" y="1945906"/>
                    <a:pt x="714744" y="1910526"/>
                    <a:pt x="803907" y="1911034"/>
                  </a:cubicBezTo>
                  <a:cubicBezTo>
                    <a:pt x="987209" y="1906074"/>
                    <a:pt x="1139816" y="2050666"/>
                    <a:pt x="1144767" y="2233977"/>
                  </a:cubicBezTo>
                  <a:cubicBezTo>
                    <a:pt x="1149716" y="2417264"/>
                    <a:pt x="1005134" y="2569866"/>
                    <a:pt x="821832" y="2574827"/>
                  </a:cubicBezTo>
                  <a:cubicBezTo>
                    <a:pt x="815860" y="2574996"/>
                    <a:pt x="809882" y="2574996"/>
                    <a:pt x="803907" y="2574827"/>
                  </a:cubicBezTo>
                  <a:close/>
                  <a:moveTo>
                    <a:pt x="803907" y="1960159"/>
                  </a:moveTo>
                  <a:cubicBezTo>
                    <a:pt x="646606" y="1961273"/>
                    <a:pt x="519996" y="2089700"/>
                    <a:pt x="521119" y="2247020"/>
                  </a:cubicBezTo>
                  <a:cubicBezTo>
                    <a:pt x="521644" y="2320756"/>
                    <a:pt x="550756" y="2391419"/>
                    <a:pt x="602326" y="2444149"/>
                  </a:cubicBezTo>
                  <a:lnTo>
                    <a:pt x="602326" y="2444149"/>
                  </a:lnTo>
                  <a:cubicBezTo>
                    <a:pt x="714377" y="2553483"/>
                    <a:pt x="893196" y="2553483"/>
                    <a:pt x="1005247" y="2444149"/>
                  </a:cubicBezTo>
                  <a:cubicBezTo>
                    <a:pt x="1115909" y="2333292"/>
                    <a:pt x="1115752" y="2153707"/>
                    <a:pt x="1004896" y="2043043"/>
                  </a:cubicBezTo>
                  <a:cubicBezTo>
                    <a:pt x="951570" y="1989828"/>
                    <a:pt x="879255" y="1959990"/>
                    <a:pt x="803907" y="1960159"/>
                  </a:cubicBezTo>
                  <a:close/>
                  <a:moveTo>
                    <a:pt x="1086800" y="1820286"/>
                  </a:moveTo>
                  <a:lnTo>
                    <a:pt x="506012" y="1820286"/>
                  </a:lnTo>
                  <a:lnTo>
                    <a:pt x="506012" y="1533764"/>
                  </a:lnTo>
                  <a:cubicBezTo>
                    <a:pt x="506012" y="1433337"/>
                    <a:pt x="518837" y="1359286"/>
                    <a:pt x="545457" y="1307741"/>
                  </a:cubicBezTo>
                  <a:cubicBezTo>
                    <a:pt x="572076" y="1256196"/>
                    <a:pt x="623621" y="1191825"/>
                    <a:pt x="705173" y="1107611"/>
                  </a:cubicBezTo>
                  <a:lnTo>
                    <a:pt x="943055" y="862954"/>
                  </a:lnTo>
                  <a:cubicBezTo>
                    <a:pt x="1005683" y="773513"/>
                    <a:pt x="1003827" y="653967"/>
                    <a:pt x="938457" y="566510"/>
                  </a:cubicBezTo>
                  <a:cubicBezTo>
                    <a:pt x="906813" y="528880"/>
                    <a:pt x="859566" y="507996"/>
                    <a:pt x="810441" y="509883"/>
                  </a:cubicBezTo>
                  <a:cubicBezTo>
                    <a:pt x="757430" y="509787"/>
                    <a:pt x="707753" y="535753"/>
                    <a:pt x="677586" y="579336"/>
                  </a:cubicBezTo>
                  <a:cubicBezTo>
                    <a:pt x="636411" y="636810"/>
                    <a:pt x="612030" y="704593"/>
                    <a:pt x="607165" y="775110"/>
                  </a:cubicBezTo>
                  <a:lnTo>
                    <a:pt x="604987" y="796648"/>
                  </a:lnTo>
                  <a:lnTo>
                    <a:pt x="0" y="796648"/>
                  </a:lnTo>
                  <a:lnTo>
                    <a:pt x="3146" y="770028"/>
                  </a:lnTo>
                  <a:cubicBezTo>
                    <a:pt x="29281" y="531905"/>
                    <a:pt x="117852" y="341939"/>
                    <a:pt x="266194" y="205696"/>
                  </a:cubicBezTo>
                  <a:cubicBezTo>
                    <a:pt x="414537" y="69453"/>
                    <a:pt x="603052" y="0"/>
                    <a:pt x="826171" y="0"/>
                  </a:cubicBezTo>
                  <a:cubicBezTo>
                    <a:pt x="1049290" y="0"/>
                    <a:pt x="1233449" y="61951"/>
                    <a:pt x="1373806" y="184158"/>
                  </a:cubicBezTo>
                  <a:cubicBezTo>
                    <a:pt x="1514163" y="306366"/>
                    <a:pt x="1586761" y="479392"/>
                    <a:pt x="1586761" y="695736"/>
                  </a:cubicBezTo>
                  <a:cubicBezTo>
                    <a:pt x="1586761" y="792534"/>
                    <a:pt x="1574420" y="865132"/>
                    <a:pt x="1549010" y="914741"/>
                  </a:cubicBezTo>
                  <a:cubicBezTo>
                    <a:pt x="1523601" y="964350"/>
                    <a:pt x="1509565" y="992663"/>
                    <a:pt x="1500611" y="1011539"/>
                  </a:cubicBezTo>
                  <a:cubicBezTo>
                    <a:pt x="1481685" y="1045660"/>
                    <a:pt x="1458777" y="1077434"/>
                    <a:pt x="1432368" y="1106159"/>
                  </a:cubicBezTo>
                  <a:cubicBezTo>
                    <a:pt x="1398005" y="1146330"/>
                    <a:pt x="1375258" y="1171982"/>
                    <a:pt x="1362916" y="1184323"/>
                  </a:cubicBezTo>
                  <a:cubicBezTo>
                    <a:pt x="1306935" y="1240466"/>
                    <a:pt x="1253856" y="1292979"/>
                    <a:pt x="1203683" y="1341862"/>
                  </a:cubicBezTo>
                  <a:cubicBezTo>
                    <a:pt x="1166629" y="1375234"/>
                    <a:pt x="1134596" y="1413783"/>
                    <a:pt x="1108579" y="1456326"/>
                  </a:cubicBezTo>
                  <a:cubicBezTo>
                    <a:pt x="1091586" y="1497683"/>
                    <a:pt x="1084143" y="1542355"/>
                    <a:pt x="1086800" y="1587003"/>
                  </a:cubicBezTo>
                  <a:close/>
                  <a:moveTo>
                    <a:pt x="554411" y="1771887"/>
                  </a:moveTo>
                  <a:lnTo>
                    <a:pt x="1038401" y="1771887"/>
                  </a:lnTo>
                  <a:lnTo>
                    <a:pt x="1038401" y="1586277"/>
                  </a:lnTo>
                  <a:cubicBezTo>
                    <a:pt x="1035530" y="1533885"/>
                    <a:pt x="1044806" y="1481542"/>
                    <a:pt x="1065504" y="1433337"/>
                  </a:cubicBezTo>
                  <a:cubicBezTo>
                    <a:pt x="1093810" y="1386148"/>
                    <a:pt x="1128960" y="1343411"/>
                    <a:pt x="1169804" y="1306531"/>
                  </a:cubicBezTo>
                  <a:cubicBezTo>
                    <a:pt x="1219977" y="1258132"/>
                    <a:pt x="1272974" y="1205789"/>
                    <a:pt x="1328795" y="1149476"/>
                  </a:cubicBezTo>
                  <a:cubicBezTo>
                    <a:pt x="1339926" y="1138103"/>
                    <a:pt x="1362432" y="1112693"/>
                    <a:pt x="1395585" y="1073974"/>
                  </a:cubicBezTo>
                  <a:cubicBezTo>
                    <a:pt x="1419255" y="1048613"/>
                    <a:pt x="1439810" y="1020493"/>
                    <a:pt x="1456810" y="990244"/>
                  </a:cubicBezTo>
                  <a:cubicBezTo>
                    <a:pt x="1466248" y="970400"/>
                    <a:pt x="1482219" y="937973"/>
                    <a:pt x="1505209" y="891510"/>
                  </a:cubicBezTo>
                  <a:cubicBezTo>
                    <a:pt x="1526746" y="849644"/>
                    <a:pt x="1537636" y="783338"/>
                    <a:pt x="1537636" y="694526"/>
                  </a:cubicBezTo>
                  <a:cubicBezTo>
                    <a:pt x="1537636" y="492944"/>
                    <a:pt x="1471572" y="332985"/>
                    <a:pt x="1341136" y="219489"/>
                  </a:cubicBezTo>
                  <a:cubicBezTo>
                    <a:pt x="1210701" y="105994"/>
                    <a:pt x="1036465" y="47189"/>
                    <a:pt x="825445" y="47189"/>
                  </a:cubicBezTo>
                  <a:cubicBezTo>
                    <a:pt x="614425" y="47189"/>
                    <a:pt x="438253" y="112044"/>
                    <a:pt x="298138" y="240785"/>
                  </a:cubicBezTo>
                  <a:cubicBezTo>
                    <a:pt x="164315" y="363961"/>
                    <a:pt x="82036" y="534325"/>
                    <a:pt x="53723" y="748974"/>
                  </a:cubicBezTo>
                  <a:lnTo>
                    <a:pt x="561912" y="748974"/>
                  </a:lnTo>
                  <a:cubicBezTo>
                    <a:pt x="569816" y="677102"/>
                    <a:pt x="596525" y="608569"/>
                    <a:pt x="639351" y="550297"/>
                  </a:cubicBezTo>
                  <a:cubicBezTo>
                    <a:pt x="678573" y="494662"/>
                    <a:pt x="742373" y="461557"/>
                    <a:pt x="810441" y="461484"/>
                  </a:cubicBezTo>
                  <a:cubicBezTo>
                    <a:pt x="874258" y="459766"/>
                    <a:pt x="935316" y="487523"/>
                    <a:pt x="975966" y="536745"/>
                  </a:cubicBezTo>
                  <a:cubicBezTo>
                    <a:pt x="1056337" y="642303"/>
                    <a:pt x="1057910" y="788105"/>
                    <a:pt x="979838" y="895382"/>
                  </a:cubicBezTo>
                  <a:lnTo>
                    <a:pt x="740747" y="1141491"/>
                  </a:lnTo>
                  <a:cubicBezTo>
                    <a:pt x="663550" y="1220865"/>
                    <a:pt x="612489" y="1284268"/>
                    <a:pt x="589258" y="1329763"/>
                  </a:cubicBezTo>
                  <a:cubicBezTo>
                    <a:pt x="566026" y="1375258"/>
                    <a:pt x="555137" y="1442532"/>
                    <a:pt x="555137" y="1533764"/>
                  </a:cubicBezTo>
                  <a:close/>
                </a:path>
              </a:pathLst>
            </a:custGeom>
            <a:solidFill>
              <a:srgbClr val="FFFFFF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3D95858-F205-4754-D063-F6C7E683D9D4}"/>
              </a:ext>
            </a:extLst>
          </p:cNvPr>
          <p:cNvSpPr txBox="1"/>
          <p:nvPr/>
        </p:nvSpPr>
        <p:spPr>
          <a:xfrm>
            <a:off x="4529598" y="2828050"/>
            <a:ext cx="41352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Georgia" panose="02040502050405020303" pitchFamily="18" charset="0"/>
                <a:ea typeface="Cambria" panose="02040503050406030204" pitchFamily="18" charset="0"/>
                <a:cs typeface="+mj-cs"/>
              </a:rPr>
              <a:t>Thank you any questions</a:t>
            </a:r>
            <a:endParaRPr lang="en-IN" sz="44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556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d map for Dyslexia_Win32_ss_v3.potx" id="{52B68AD9-87CD-4104-BE88-D09E115B5193}" vid="{32DE419F-2C9E-491B-9DE2-9CB15F0BBAC2}"/>
    </a:ext>
  </a:extLst>
</a:theme>
</file>

<file path=ppt/theme/theme2.xml><?xml version="1.0" encoding="utf-8"?>
<a:theme xmlns:a="http://schemas.openxmlformats.org/drawingml/2006/main" name="Xilinx_All_Programmable_Template">
  <a:themeElements>
    <a:clrScheme name="Custom 34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008CA8"/>
      </a:accent3>
      <a:accent4>
        <a:srgbClr val="000000"/>
      </a:accent4>
      <a:accent5>
        <a:srgbClr val="D9DA56"/>
      </a:accent5>
      <a:accent6>
        <a:srgbClr val="8B8D09"/>
      </a:accent6>
      <a:hlink>
        <a:srgbClr val="D9DA56"/>
      </a:hlink>
      <a:folHlink>
        <a:srgbClr val="8B8D09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133</TotalTime>
  <Words>597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Courier New</vt:lpstr>
      <vt:lpstr>Georgia</vt:lpstr>
      <vt:lpstr>Helvetica</vt:lpstr>
      <vt:lpstr>Segoe UI</vt:lpstr>
      <vt:lpstr>Segoe UI Semibold</vt:lpstr>
      <vt:lpstr>Wingdings</vt:lpstr>
      <vt:lpstr>Office Theme</vt:lpstr>
      <vt:lpstr>Xilinx_All_Programmable_Template</vt:lpstr>
      <vt:lpstr>EEE G626 Project Details</vt:lpstr>
      <vt:lpstr>Project Details</vt:lpstr>
      <vt:lpstr>Project Objective</vt:lpstr>
      <vt:lpstr>DME Pulse Generation</vt:lpstr>
      <vt:lpstr>DME Pulse Generation</vt:lpstr>
      <vt:lpstr>DME Pulse Generation</vt:lpstr>
      <vt:lpstr>Challenges</vt:lpstr>
      <vt:lpstr>Project Deliverables</vt:lpstr>
      <vt:lpstr>Project Deliverables</vt:lpstr>
      <vt:lpstr>System Architecture</vt:lpstr>
      <vt:lpstr>Evaluation Metrics</vt:lpstr>
      <vt:lpstr>What to submit</vt:lpstr>
      <vt:lpstr>Milestones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Vipin Kizheppatt</cp:lastModifiedBy>
  <cp:revision>17</cp:revision>
  <dcterms:created xsi:type="dcterms:W3CDTF">2023-05-01T17:37:37Z</dcterms:created>
  <dcterms:modified xsi:type="dcterms:W3CDTF">2026-09-22T04:10:25Z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